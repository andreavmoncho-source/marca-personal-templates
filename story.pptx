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fondo_sto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4-Point Star 2"/>
          <p:cNvSpPr/>
          <p:nvPr/>
        </p:nvSpPr>
        <p:spPr>
          <a:xfrm>
            <a:off x="838200" y="1143000"/>
            <a:ext cx="304800" cy="304800"/>
          </a:xfrm>
          <a:prstGeom prst="star4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200" y="11239500"/>
            <a:ext cx="8610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>
                <a:solidFill>
                  <a:srgbClr val="F4F1EB"/>
                </a:solidFill>
                <a:latin typeface="Fraunces"/>
              </a:rPr>
              <a:t>No tenés que publicar todos los días. Tenés que tener </a:t>
            </a:r>
            <a:r>
              <a:rPr sz="4000" i="1">
                <a:solidFill>
                  <a:srgbClr val="F4F1EB"/>
                </a:solidFill>
                <a:latin typeface="Fraunces"/>
              </a:rPr>
              <a:t>algo que decir</a:t>
            </a:r>
            <a:r>
              <a:rPr sz="4000">
                <a:solidFill>
                  <a:srgbClr val="F4F1EB"/>
                </a:solidFill>
                <a:latin typeface="Fraunce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6192500"/>
            <a:ext cx="3810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0">
                <a:solidFill>
                  <a:srgbClr val="B5612F"/>
                </a:solidFill>
                <a:latin typeface="Caveat"/>
              </a:rPr>
              <a:t>— Andre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17335500"/>
            <a:ext cx="476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4F1EB"/>
                </a:solidFill>
                <a:latin typeface="Inter"/>
              </a:rPr>
              <a:t>DESLIZÁ HACIA ARRIBA 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