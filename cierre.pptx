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238250" y="1047750"/>
            <a:ext cx="342900" cy="342900"/>
          </a:xfrm>
          <a:prstGeom prst="star4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8250" y="4572000"/>
            <a:ext cx="809625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0" i="1">
                <a:solidFill>
                  <a:srgbClr val="26221C"/>
                </a:solidFill>
                <a:latin typeface="Fraunces"/>
              </a:rPr>
              <a:t>La marca que toma postura vende más porque genera confianza.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7334250"/>
            <a:ext cx="495300" cy="28575"/>
          </a:xfrm>
          <a:prstGeom prst="rect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7810500"/>
            <a:ext cx="809625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26221C"/>
                </a:solidFill>
                <a:latin typeface="Inter"/>
              </a:rPr>
              <a:t>Y la confianza no se construye
hablándole a todos.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9429750"/>
            <a:ext cx="1905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26221C"/>
                </a:solidFill>
                <a:latin typeface="Inter"/>
              </a:rPr>
              <a:t>Se construye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3750" y="9429750"/>
            <a:ext cx="5524500" cy="476250"/>
          </a:xfrm>
          <a:prstGeom prst="rect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3750" y="9429750"/>
            <a:ext cx="5524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4F1EB"/>
                </a:solidFill>
                <a:latin typeface="Inter"/>
              </a:rPr>
              <a:t>interpelando a las personas correctas.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120015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675C"/>
                </a:solidFill>
                <a:latin typeface="Inter"/>
              </a:rPr>
              <a:t>@SOYANDREAMONCHO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