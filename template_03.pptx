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fondo_t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143000" y="5286375"/>
            <a:ext cx="6858000" cy="2286000"/>
          </a:xfrm>
          <a:prstGeom prst="roundRect">
            <a:avLst>
              <a:gd name="adj" fmla="val 12000"/>
            </a:avLst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28750" y="5572125"/>
            <a:ext cx="6286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6221C"/>
                </a:solidFill>
                <a:latin typeface="Inter"/>
              </a:rPr>
              <a:t>☝️  Solo como recordatorio: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8750" y="6048375"/>
            <a:ext cx="62865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6221C"/>
                </a:solidFill>
                <a:latin typeface="Inter"/>
              </a:rPr>
              <a:t>Las ideas no crean </a:t>
            </a:r>
            <a:r>
              <a:rPr sz="1800" i="1">
                <a:solidFill>
                  <a:srgbClr val="26221C"/>
                </a:solidFill>
                <a:latin typeface="Inter"/>
              </a:rPr>
              <a:t>nada</a:t>
            </a:r>
            <a:r>
              <a:rPr sz="1800">
                <a:solidFill>
                  <a:srgbClr val="26221C"/>
                </a:solidFill>
                <a:latin typeface="Inter"/>
              </a:rPr>
              <a:t>, las decisiones </a:t>
            </a:r>
            <a:r>
              <a:rPr sz="1800" b="1">
                <a:solidFill>
                  <a:srgbClr val="26221C"/>
                </a:solidFill>
                <a:latin typeface="Inter"/>
              </a:rPr>
              <a:t>crean 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2750" y="709612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675C"/>
                </a:solidFill>
                <a:latin typeface="Inter"/>
              </a:rPr>
              <a:t>20:27 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2287250"/>
            <a:ext cx="10287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4F1EB"/>
                </a:solidFill>
                <a:latin typeface="Inter"/>
              </a:rPr>
              <a:t>andreamoncho.com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