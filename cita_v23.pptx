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c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838200" y="838200"/>
            <a:ext cx="304800" cy="3048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5381625"/>
            <a:ext cx="8610600" cy="2095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724525"/>
            <a:ext cx="75438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i="1">
                <a:solidFill>
                  <a:srgbClr val="26221C"/>
                </a:solidFill>
                <a:latin typeface="Fraunces"/>
              </a:rPr>
              <a:t>“Pausar la campaña no baja el costo. </a:t>
            </a:r>
            <a:r>
              <a:rPr sz="2800" i="1">
                <a:solidFill>
                  <a:srgbClr val="8F4A22"/>
                </a:solidFill>
                <a:latin typeface="Fraunces"/>
              </a:rPr>
              <a:t>Apaga la señal.</a:t>
            </a:r>
            <a:r>
              <a:rPr sz="2800" i="1">
                <a:solidFill>
                  <a:srgbClr val="26221C"/>
                </a:solidFill>
                <a:latin typeface="Fraunces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70572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ANDREA MONCHO  ·  ESTRATEGIA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9062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