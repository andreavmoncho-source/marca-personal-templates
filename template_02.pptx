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t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91500" y="9525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4F1EB"/>
                </a:solidFill>
                <a:latin typeface="Inter"/>
              </a:rPr>
              <a:t>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572000"/>
            <a:ext cx="86106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1">
                <a:solidFill>
                  <a:srgbClr val="F4F1EB"/>
                </a:solidFill>
                <a:latin typeface="Inter"/>
              </a:rPr>
              <a:t>No necesitas
volverte tendencia.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810500"/>
            <a:ext cx="86106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1">
                <a:solidFill>
                  <a:srgbClr val="F4F1EB"/>
                </a:solidFill>
                <a:latin typeface="Inter"/>
              </a:rPr>
              <a:t>Necesitas
volverte indispensable.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18110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