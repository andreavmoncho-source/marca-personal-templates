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EDE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38250" y="1238250"/>
            <a:ext cx="1905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0" i="1">
                <a:solidFill>
                  <a:srgbClr val="8F4A22"/>
                </a:solidFill>
                <a:latin typeface="Fraunce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8250" y="4381500"/>
            <a:ext cx="8096250" cy="2095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0" i="1">
                <a:solidFill>
                  <a:srgbClr val="26221C"/>
                </a:solidFill>
                <a:latin typeface="Fraunces"/>
              </a:rPr>
              <a:t>Incomodar es una manera de segmentar.</a:t>
            </a:r>
          </a:p>
        </p:txBody>
      </p:sp>
      <p:sp>
        <p:nvSpPr>
          <p:cNvPr id="5" name="Rectangle 4"/>
          <p:cNvSpPr/>
          <p:nvPr/>
        </p:nvSpPr>
        <p:spPr>
          <a:xfrm>
            <a:off x="1238250" y="6572250"/>
            <a:ext cx="495300" cy="28575"/>
          </a:xfrm>
          <a:prstGeom prst="rect">
            <a:avLst/>
          </a:prstGeom>
          <a:solidFill>
            <a:srgbClr val="B561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8250" y="7048500"/>
            <a:ext cx="80962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 i="0">
                <a:solidFill>
                  <a:srgbClr val="26221C"/>
                </a:solidFill>
                <a:latin typeface="Inter"/>
              </a:rPr>
              <a:t>El contenido que no genera fricción
tampoco genera decisión.</a:t>
            </a:r>
          </a:p>
        </p:txBody>
      </p:sp>
      <p:sp>
        <p:nvSpPr>
          <p:cNvPr id="7" name="Rectangle 6"/>
          <p:cNvSpPr/>
          <p:nvPr/>
        </p:nvSpPr>
        <p:spPr>
          <a:xfrm>
            <a:off x="1238250" y="8953500"/>
            <a:ext cx="5143500" cy="762000"/>
          </a:xfrm>
          <a:prstGeom prst="rect">
            <a:avLst/>
          </a:prstGeom>
          <a:solidFill>
            <a:srgbClr val="B561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 rIns="304800" tIns="228600" bIns="228600" wrap="square"/>
          <a:lstStyle/>
          <a:p>
            <a:pPr algn="ctr"/>
            <a:r>
              <a:rPr sz="1900" b="1" i="0">
                <a:solidFill>
                  <a:srgbClr val="F4F1EB"/>
                </a:solidFill>
                <a:latin typeface="Inter"/>
              </a:rPr>
              <a:t>Ni de quedarse. Ni de irse.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8250" y="12001500"/>
            <a:ext cx="5715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E675C"/>
                </a:solidFill>
                <a:latin typeface="Inter"/>
              </a:rPr>
              <a:t>@SOYANDREAMONCHO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