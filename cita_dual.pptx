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an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4293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24000" y="2547937"/>
            <a:ext cx="7239000" cy="133350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47937"/>
            <a:ext cx="66294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i="1">
                <a:solidFill>
                  <a:srgbClr val="26221C"/>
                </a:solidFill>
                <a:latin typeface="Fraunces"/>
              </a:rPr>
              <a:t>“Hay demasiada competencia.”</a:t>
            </a:r>
          </a:p>
        </p:txBody>
      </p:sp>
      <p:pic>
        <p:nvPicPr>
          <p:cNvPr id="5" name="Picture 4" descr="_tmp_fondo_despu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29375"/>
            <a:ext cx="10287000" cy="64293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3500" y="8596312"/>
            <a:ext cx="7620000" cy="209550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38300" y="8596312"/>
            <a:ext cx="7010400" cy="209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i="1">
                <a:solidFill>
                  <a:srgbClr val="26221C"/>
                </a:solidFill>
                <a:latin typeface="Fraunces"/>
              </a:rPr>
              <a:t>“Nadie puede hacer lo que yo hago de la forma en que yo lo hago. </a:t>
            </a:r>
            <a:r>
              <a:rPr sz="2400" i="1">
                <a:solidFill>
                  <a:srgbClr val="8F4A22"/>
                </a:solidFill>
                <a:latin typeface="Fraunces"/>
              </a:rPr>
              <a:t>Mi enfoque y energía son únicos.</a:t>
            </a:r>
            <a:r>
              <a:rPr sz="2400" i="1">
                <a:solidFill>
                  <a:srgbClr val="26221C"/>
                </a:solidFill>
                <a:latin typeface="Fraunces"/>
              </a:rPr>
              <a:t>”</a:t>
            </a:r>
          </a:p>
        </p:txBody>
      </p:sp>
      <p:sp>
        <p:nvSpPr>
          <p:cNvPr id="8" name="4-Point Star 7"/>
          <p:cNvSpPr/>
          <p:nvPr/>
        </p:nvSpPr>
        <p:spPr>
          <a:xfrm>
            <a:off x="571500" y="571500"/>
            <a:ext cx="304800" cy="304800"/>
          </a:xfrm>
          <a:prstGeom prst="star4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11430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4F1EB"/>
                </a:solidFill>
                <a:latin typeface="Inter"/>
              </a:rPr>
              <a:t>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6715125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4F1EB"/>
                </a:solidFill>
                <a:latin typeface="Inter"/>
              </a:rPr>
              <a:t>DESPUÉS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22872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