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fondo_ci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4-Point Star 2"/>
          <p:cNvSpPr/>
          <p:nvPr/>
        </p:nvSpPr>
        <p:spPr>
          <a:xfrm>
            <a:off x="838200" y="838200"/>
            <a:ext cx="304800" cy="304800"/>
          </a:xfrm>
          <a:prstGeom prst="star4">
            <a:avLst/>
          </a:prstGeom>
          <a:solidFill>
            <a:srgbClr val="B56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_tmp_caja_cre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5381625"/>
            <a:ext cx="8610600" cy="2095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5724525"/>
            <a:ext cx="7543800" cy="140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i="1">
                <a:solidFill>
                  <a:srgbClr val="26221C"/>
                </a:solidFill>
                <a:latin typeface="Fraunces"/>
              </a:rPr>
              <a:t>“Pausar la campaña no baja el costo. </a:t>
            </a:r>
            <a:r>
              <a:rPr sz="2800" i="1">
                <a:solidFill>
                  <a:srgbClr val="8F4A22"/>
                </a:solidFill>
                <a:latin typeface="Fraunces"/>
              </a:rPr>
              <a:t>Apaga la señal.</a:t>
            </a:r>
            <a:r>
              <a:rPr sz="2800" i="1">
                <a:solidFill>
                  <a:srgbClr val="26221C"/>
                </a:solidFill>
                <a:latin typeface="Fraunces"/>
              </a:rPr>
              <a:t>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7705725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4F1EB"/>
                </a:solidFill>
                <a:latin typeface="Inter"/>
              </a:rPr>
              <a:t>ANDREA MONCHO  ·  ESTRATEGIA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906250"/>
            <a:ext cx="4762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4F1EB"/>
                </a:solidFill>
                <a:latin typeface="Inter"/>
              </a:rPr>
              <a:t>@SOYANDREAMONCHO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