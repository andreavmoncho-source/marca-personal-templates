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solidFill>
            <a:srgbClr val="EDE7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38200" y="952500"/>
            <a:ext cx="30480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6E675C"/>
                </a:solidFill>
                <a:latin typeface="Inter"/>
              </a:rPr>
              <a:t>@SOYANDREAMONCHO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19500" y="952500"/>
            <a:ext cx="30480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6E675C"/>
                </a:solidFill>
                <a:latin typeface="Inter"/>
              </a:rPr>
              <a:t>( pilar )*  ESTRATEGIA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952500"/>
            <a:ext cx="30480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>
                <a:solidFill>
                  <a:srgbClr val="6E675C"/>
                </a:solidFill>
                <a:latin typeface="Inter"/>
              </a:rPr>
              <a:t>POST 01 / 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8200" y="4286250"/>
            <a:ext cx="86106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400" b="0" i="0">
                <a:solidFill>
                  <a:srgbClr val="26221C"/>
                </a:solidFill>
                <a:latin typeface="Fraunces"/>
              </a:rPr>
              <a:t>3 errores que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200" y="5143500"/>
            <a:ext cx="86106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400" b="0" i="0">
                <a:solidFill>
                  <a:srgbClr val="26221C"/>
                </a:solidFill>
                <a:latin typeface="Fraunces"/>
              </a:rPr>
              <a:t>no le permiten</a:t>
            </a:r>
          </a:p>
        </p:txBody>
      </p:sp>
      <p:sp>
        <p:nvSpPr>
          <p:cNvPr id="8" name="Rectangle 7"/>
          <p:cNvSpPr/>
          <p:nvPr/>
        </p:nvSpPr>
        <p:spPr>
          <a:xfrm>
            <a:off x="3429000" y="6076950"/>
            <a:ext cx="3429000" cy="914400"/>
          </a:xfrm>
          <a:prstGeom prst="rect">
            <a:avLst/>
          </a:prstGeom>
          <a:solidFill>
            <a:srgbClr val="B561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29000" y="6076950"/>
            <a:ext cx="342900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400" b="0" i="1">
                <a:solidFill>
                  <a:srgbClr val="F4F1EB"/>
                </a:solidFill>
                <a:latin typeface="Fraunces"/>
              </a:rPr>
              <a:t>crecer</a:t>
            </a:r>
          </a:p>
        </p:txBody>
      </p:sp>
      <p:sp>
        <p:nvSpPr>
          <p:cNvPr id="10" name="Oval 9"/>
          <p:cNvSpPr/>
          <p:nvPr/>
        </p:nvSpPr>
        <p:spPr>
          <a:xfrm>
            <a:off x="3352800" y="6000750"/>
            <a:ext cx="152400" cy="152400"/>
          </a:xfrm>
          <a:prstGeom prst="ellipse">
            <a:avLst/>
          </a:prstGeom>
          <a:solidFill>
            <a:srgbClr val="B561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352800" y="6915150"/>
            <a:ext cx="152400" cy="152400"/>
          </a:xfrm>
          <a:prstGeom prst="ellipse">
            <a:avLst/>
          </a:prstGeom>
          <a:solidFill>
            <a:srgbClr val="B561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781800" y="6000750"/>
            <a:ext cx="152400" cy="152400"/>
          </a:xfrm>
          <a:prstGeom prst="ellipse">
            <a:avLst/>
          </a:prstGeom>
          <a:solidFill>
            <a:srgbClr val="B561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781800" y="6915150"/>
            <a:ext cx="152400" cy="152400"/>
          </a:xfrm>
          <a:prstGeom prst="ellipse">
            <a:avLst/>
          </a:prstGeom>
          <a:solidFill>
            <a:srgbClr val="B561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8200" y="7200900"/>
            <a:ext cx="86106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400" b="0" i="0">
                <a:solidFill>
                  <a:srgbClr val="26221C"/>
                </a:solidFill>
                <a:latin typeface="Fraunces"/>
              </a:rPr>
              <a:t>a tu marca personal</a:t>
            </a:r>
          </a:p>
        </p:txBody>
      </p:sp>
      <p:sp>
        <p:nvSpPr>
          <p:cNvPr id="15" name="Oval 14"/>
          <p:cNvSpPr/>
          <p:nvPr/>
        </p:nvSpPr>
        <p:spPr>
          <a:xfrm>
            <a:off x="4667250" y="10858500"/>
            <a:ext cx="952500" cy="952500"/>
          </a:xfrm>
          <a:prstGeom prst="ellipse">
            <a:avLst/>
          </a:prstGeom>
          <a:noFill/>
          <a:ln w="25400">
            <a:solidFill>
              <a:srgbClr val="B561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67250" y="10858500"/>
            <a:ext cx="952500" cy="952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200" b="0" i="0">
                <a:solidFill>
                  <a:srgbClr val="B5612F"/>
                </a:solidFill>
                <a:latin typeface="Fraunces"/>
              </a:rP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0" y="12287250"/>
            <a:ext cx="10287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6E675C"/>
                </a:solidFill>
                <a:latin typeface="Inter"/>
              </a:rPr>
              <a:t>@SOYANDREAMONCHO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