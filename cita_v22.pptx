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ci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4-Point Star 2"/>
          <p:cNvSpPr/>
          <p:nvPr/>
        </p:nvSpPr>
        <p:spPr>
          <a:xfrm>
            <a:off x="838200" y="838200"/>
            <a:ext cx="304800" cy="304800"/>
          </a:xfrm>
          <a:prstGeom prst="star4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8200" y="5572125"/>
            <a:ext cx="8610600" cy="171450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9600" rIns="609600" tIns="355600" bIns="355600" wrap="square"/>
          <a:lstStyle/>
          <a:p>
            <a:pPr algn="ctr"/>
            <a:r>
              <a:rPr sz="3000" b="0" i="1">
                <a:solidFill>
                  <a:srgbClr val="26221C"/>
                </a:solidFill>
                <a:latin typeface="Fraunces"/>
              </a:rPr>
              <a:t>“Pausar la campaña no baja el costo. Apaga la señal.”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515225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ANDREA MONCHO  ·  ESTRATEGIA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19062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