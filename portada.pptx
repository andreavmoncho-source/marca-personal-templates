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fondo_porta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4-Point Star 2"/>
          <p:cNvSpPr/>
          <p:nvPr/>
        </p:nvSpPr>
        <p:spPr>
          <a:xfrm>
            <a:off x="685800" y="685800"/>
            <a:ext cx="342900" cy="342900"/>
          </a:xfrm>
          <a:prstGeom prst="star4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86500" y="781050"/>
            <a:ext cx="3314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F4F1EB"/>
                </a:solidFill>
                <a:latin typeface="Inter"/>
              </a:rPr>
              <a:t>PILAR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5143500"/>
            <a:ext cx="8610600" cy="5143500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47800" y="5753100"/>
            <a:ext cx="739140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>
                <a:solidFill>
                  <a:srgbClr val="26221C"/>
                </a:solidFill>
                <a:latin typeface="Fraunces"/>
              </a:rPr>
              <a:t>El problema no es que falte </a:t>
            </a:r>
            <a:r>
              <a:rPr sz="5400" i="1">
                <a:solidFill>
                  <a:srgbClr val="8F4A22"/>
                </a:solidFill>
                <a:latin typeface="Fraunces"/>
              </a:rPr>
              <a:t>marketing</a:t>
            </a:r>
            <a:r>
              <a:rPr sz="5400">
                <a:solidFill>
                  <a:srgbClr val="26221C"/>
                </a:solidFill>
                <a:latin typeface="Fraunce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800" y="9105900"/>
            <a:ext cx="7391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6E675C"/>
                </a:solidFill>
                <a:latin typeface="Inter"/>
              </a:rPr>
              <a:t>Es que nadie lo está pensando.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1811000"/>
            <a:ext cx="476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4F1EB"/>
                </a:solidFill>
                <a:latin typeface="Inter"/>
              </a:rPr>
              <a:t>@SOYANDREAMONCHO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53300" y="11696700"/>
            <a:ext cx="2095500" cy="533400"/>
          </a:xfrm>
          <a:prstGeom prst="roundRect">
            <a:avLst>
              <a:gd name="adj" fmla="val 50000"/>
            </a:avLst>
          </a:prstGeom>
          <a:solidFill>
            <a:srgbClr val="262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53300" y="11696700"/>
            <a:ext cx="2095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4F1EB"/>
                </a:solidFill>
                <a:latin typeface="Inter"/>
              </a:rPr>
              <a:t>DESLIZÁ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