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so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4-Point Star 2"/>
          <p:cNvSpPr/>
          <p:nvPr/>
        </p:nvSpPr>
        <p:spPr>
          <a:xfrm>
            <a:off x="857250" y="1905000"/>
            <a:ext cx="381000" cy="381000"/>
          </a:xfrm>
          <a:prstGeom prst="star4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500" y="5715000"/>
            <a:ext cx="5524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0" i="1">
                <a:solidFill>
                  <a:srgbClr val="F4F1EB"/>
                </a:solidFill>
                <a:latin typeface="Fraunces"/>
              </a:rPr>
              <a:t>Soul.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0" y="7239000"/>
            <a:ext cx="55245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>
                <a:solidFill>
                  <a:srgbClr val="F4F1EB"/>
                </a:solidFill>
                <a:latin typeface="Fraunces"/>
              </a:rPr>
              <a:t>Descubrí el poder silencioso de adentro. El alma es un susurro que guía hacia el propósito, la alegría y la paz. Es donde viven nuestros deseos más profundos.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19062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