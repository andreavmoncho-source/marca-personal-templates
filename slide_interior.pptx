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8250" y="4381500"/>
            <a:ext cx="809625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1">
                <a:solidFill>
                  <a:srgbClr val="26221C"/>
                </a:solidFill>
                <a:latin typeface="Fraunces"/>
              </a:rPr>
              <a:t>Incomodar es una manera de segmentar.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8250" y="6572250"/>
            <a:ext cx="495300" cy="28575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8250" y="704850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26221C"/>
                </a:solidFill>
                <a:latin typeface="Inter"/>
              </a:rPr>
              <a:t>El contenido que no genera fricción
tampoco genera decisión.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8953500"/>
            <a:ext cx="5143500" cy="76200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8953500"/>
            <a:ext cx="5143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4F1EB"/>
                </a:solidFill>
                <a:latin typeface="Inter"/>
              </a:rPr>
              <a:t>Ni de quedarse. Ni de irse.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120015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675C"/>
                </a:solidFill>
                <a:latin typeface="Inter"/>
              </a:rPr>
              <a:t>@SOYANDREAMONCHO  ·  02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