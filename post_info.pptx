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8250" y="3619500"/>
            <a:ext cx="8096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8F4A22"/>
                </a:solidFill>
                <a:latin typeface="Fraunces"/>
              </a:rPr>
              <a:t>( dato )*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4381500"/>
            <a:ext cx="809625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>
                <a:solidFill>
                  <a:srgbClr val="26221C"/>
                </a:solidFill>
                <a:latin typeface="Fraunces"/>
              </a:rPr>
              <a:t>El 70% del presupuesto se va en </a:t>
            </a:r>
            <a:r>
              <a:rPr sz="5200" i="1">
                <a:solidFill>
                  <a:srgbClr val="8F4A22"/>
                </a:solidFill>
                <a:latin typeface="Fraunces"/>
              </a:rPr>
              <a:t>lo que no se mide</a:t>
            </a:r>
            <a:r>
              <a:rPr sz="5200">
                <a:solidFill>
                  <a:srgbClr val="26221C"/>
                </a:solidFill>
                <a:latin typeface="Fraunces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8001000"/>
            <a:ext cx="495300" cy="28575"/>
          </a:xfrm>
          <a:prstGeom prst="rect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8382000"/>
            <a:ext cx="80962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6E675C"/>
                </a:solidFill>
                <a:latin typeface="Inter"/>
              </a:rPr>
              <a:t>Sin tracking no hay aprendizaje. Y sin aprendizaje, cada inversión en pauta es un experimento que nadie está leyendo.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120015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675C"/>
                </a:solidFill>
                <a:latin typeface="Inter"/>
              </a:rPr>
              <a:t>@SOYANDREAMONCHO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