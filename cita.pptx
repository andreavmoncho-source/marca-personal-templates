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ci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4-Point Star 2"/>
          <p:cNvSpPr/>
          <p:nvPr/>
        </p:nvSpPr>
        <p:spPr>
          <a:xfrm>
            <a:off x="685800" y="685800"/>
            <a:ext cx="342900" cy="3429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0" y="781050"/>
            <a:ext cx="331470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F4F1EB"/>
                </a:solidFill>
                <a:latin typeface="Inter"/>
              </a:rPr>
              <a:t>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4762500"/>
            <a:ext cx="8610600" cy="40005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7800" y="5372100"/>
            <a:ext cx="7391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>
                <a:solidFill>
                  <a:srgbClr val="26221C"/>
                </a:solidFill>
                <a:latin typeface="Fraunces"/>
              </a:rPr>
              <a:t>“Pausar la campaña no baja el costo. </a:t>
            </a:r>
            <a:r>
              <a:rPr sz="4000" i="1">
                <a:solidFill>
                  <a:srgbClr val="8F4A22"/>
                </a:solidFill>
                <a:latin typeface="Fraunces"/>
              </a:rPr>
              <a:t>Apaga la señal.</a:t>
            </a:r>
            <a:r>
              <a:rPr sz="4000">
                <a:solidFill>
                  <a:srgbClr val="26221C"/>
                </a:solidFill>
                <a:latin typeface="Fraunces"/>
              </a:rPr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7886700"/>
            <a:ext cx="7391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6E675C"/>
                </a:solidFill>
                <a:latin typeface="Inter"/>
              </a:rPr>
              <a:t>ANDREA MONCHO · ESTRATEGIA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1811000"/>
            <a:ext cx="476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